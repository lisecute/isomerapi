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tech_illustration_visual_a_dark_batch_1.png">    </p:cNvPr>
          <p:cNvPicPr>
            <a:picLocks noChangeAspect="1"/>
          </p:cNvPicPr>
          <p:nvPr/>
        </p:nvPicPr>
        <p:blipFill>
          <a:blip r:embed="rId1"/>
          <a:srcRect l="25499" r="25499" t="0" b="0"/>
          <a:stretch/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05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13232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</a:rPr>
              <a:t>A practical intro for IsomerAPI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13232" y="2395728"/>
            <a:ext cx="5212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Offline reading deck: Windows app, CLI, Git workflow, and safe first tasks for a Qt/C++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" y="3200400"/>
            <a:ext cx="44805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6217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For plane reading - no internet required once downloaded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Codex 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 coding agent that can inspect a repository, edit files, run commands, and prepare changes for review.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Think of Codex as a careful junior developer working inside your repo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It is strongest when the task is narrow: cleanup, build notes, small bug fixes, tests, or refactoring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It should not silently redesign physics logic, database schema, or LISE++ integration without your review</a:t>
            </a:r>
            <a:endParaRPr lang="en-US" sz="1800" dirty="0"/>
          </a:p>
        </p:txBody>
      </p:sp>
      <p:pic>
        <p:nvPicPr>
          <p:cNvPr id="6" name="Image 0" descr="/mnt/data/a_clean_high_resolution_infographic_ui_concept_batch_3.png">    </p:cNvPr>
          <p:cNvPicPr>
            <a:picLocks noChangeAspect="1"/>
          </p:cNvPicPr>
          <p:nvPr/>
        </p:nvPicPr>
        <p:blipFill>
          <a:blip r:embed="rId1"/>
          <a:srcRect l="7790" r="7790" t="0" b="0"/>
          <a:stretch/>
        </p:blipFill>
        <p:spPr>
          <a:xfrm>
            <a:off x="5989320" y="1207008"/>
            <a:ext cx="562356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828032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49743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Best mental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5303520"/>
            <a:ext cx="43799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You set constraints. Codex proposes a diff. You compile and approve.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Codex interface to 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For IsomerAPI on Windows 10, start with the desktop app; keep Qt Creator as the build authority.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Codex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309981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Best first choice on Windows: open the repo, run parallel threads, review diffs, use Git/worktrees.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Codex CLI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892808"/>
            <a:ext cx="309981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Terminal workflow from Git Bash or PowerShell. Good for repo inspection and command-line checks.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IDE extension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1892808"/>
            <a:ext cx="309981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Useful later in VS Code/Cursor/Windsurf. Less central if Qt Creator stays your main IDE.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977640"/>
            <a:ext cx="101498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Use Codex to edit and prepare branches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Use Qt Creator/MSVC/MinGW to compile the real application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Use GitHub PRs for review before merging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setup on Windows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 small checklist before letting Codex touch the repository.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5778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Install/open the Codex Windows app and sign in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Open C:\IsomerAPI or a fresh clone of LISEcute/IsomerAPI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Make sure Git works: git status, git branch, git remote -v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Build once manually in Qt Creator to establish the baseline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Ask Codex to inspect only - no edits - for the first run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29400" y="1417320"/>
            <a:ext cx="4709160" cy="2240280"/>
          </a:xfrm>
          <a:prstGeom prst="roundRect">
            <a:avLst>
              <a:gd name="adj" fmla="val 204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30568" y="1581912"/>
            <a:ext cx="4306824" cy="1911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prompt: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this Qt/C++ repository. Do not change files. Tell me the repo structure, build assumptions, accidental committed files, and safest first cleanup tasks.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629400" y="397764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412394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Rule zero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4453128"/>
            <a:ext cx="43799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Before accepting changes: review diff, compile in Qt Creator, then commit/push.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Git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Small branch, small diff, easy rollback. This is how to avoid a “helpful disaster.”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pic>
        <p:nvPicPr>
          <p:cNvPr id="5" name="Image 0" descr="/mnt/data/a_clean_modern_infographic_illustration_on_a_whit_batch_2.png">    </p:cNvPr>
          <p:cNvPicPr>
            <a:picLocks noChangeAspect="1"/>
          </p:cNvPicPr>
          <p:nvPr/>
        </p:nvPicPr>
        <p:blipFill>
          <a:blip r:embed="rId1"/>
          <a:srcRect l="0" r="0" t="1280" b="1280"/>
          <a:stretch/>
        </p:blipFill>
        <p:spPr>
          <a:xfrm>
            <a:off x="502920" y="1325880"/>
            <a:ext cx="566928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417320"/>
            <a:ext cx="480060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50" dirty="0">
                <a:solidFill>
                  <a:srgbClr val="111827"/>
                </a:solidFill>
              </a:rPr>
              <a:t>Start from a clean working tree: git status should be boring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Create a branch: git switch -c cleanup/codex-first-pass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Let Codex make a narrow diff only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Review every file, especially .pro, .cpp, database files, and paths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Compile manually; only then merge or create a PR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51560" y="489204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6152" y="5038344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Never skip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16152" y="5367528"/>
            <a:ext cx="9729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diff is the contract. If the diff is too big, stop and split the task.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first Codex task for IsomerAPI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Start with repository hygiene, not physics or GUI logic.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92240" cy="4251960"/>
          </a:xfrm>
          <a:prstGeom prst="roundRect">
            <a:avLst>
              <a:gd name="adj" fmla="val 107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81912"/>
            <a:ext cx="6089904" cy="3922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to Codex: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Qt/C++ project named IsomerAPI intended to be integrated with LISE++.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 a small cleanup branch that only: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removes README.md merge-conflict markers,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removes IsomerAPI.pro.user from version control,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checks .gitignore for Qt Creator / MinGW / MSVC files,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adds a short BUILD.md for Qt Creator 16+, Qt 6.7.3, MinGW/MSVC.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modify source-code logic. Show me the diff before committing.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8392" y="156362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Why this is ideal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08392" y="1892808"/>
            <a:ext cx="36484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It tests Codex on Git, text edits, project structure, and build documentation without risking application behavior.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30632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320954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Expected files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08392" y="3538728"/>
            <a:ext cx="36484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README.md, .gitignore, BUILD.md, and Git tracking change for IsomerAPI.pro.user.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452628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467258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Your verification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08392" y="5001768"/>
            <a:ext cx="36484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Open Qt Creator and build both MinGW and MSVC versions if possible.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AGENTS.md: give Codex project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Codex reads project instructions before working. Use this to preserve your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30352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50" dirty="0">
                <a:solidFill>
                  <a:srgbClr val="111827"/>
                </a:solidFill>
              </a:rPr>
              <a:t>Describe the project: Qt/C++ GUI for isomer levels and gamma lines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List build systems: Qt Creator 16+, Qt 6.7.3, MinGW and MSVC kits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State “do not modify physics/database logic unless explicitly requested”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</a:rPr>
              <a:t>Document verification: build in Qt Creator, inspect diffs, avoid user files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581912"/>
            <a:ext cx="46725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 AGENTS.md: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IsomerAPI instructions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Qt/C++ GUI project for LISE++ integration.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change physics logic, database schema, or file formats unless explicitly requested.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small, reviewable commits.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Never commit *.pro.user, build folders, .pdb, .bak, or local cert files.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Verify by building in Qt Creator with Qt 6.7.3 MinGW/MSVC.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148840" y="4892040"/>
            <a:ext cx="79095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5038344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13432" y="5367528"/>
            <a:ext cx="7580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This turns repeated warnings into persistent repo-level instructions.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Qt/C++ build information Codex needs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Codex is not Qt Creator. Give it the map so it does not guess.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Project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30998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IsomerAPI.pro - qmake project configuration, sources, headers, resources, install paths.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Build outputs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892808"/>
            <a:ext cx="30998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_install for MinGW, _install_MSVC for MSVC, plus any local build-* directories.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1892808"/>
            <a:ext cx="30998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windeployqt.bat scripts copy Qt runtime DLLs into the install folder.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Tell Codex which kit is active before asking for compile fixes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Paste build errors from Qt Creator exactly; do not paraphrase them too much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Ask for minimal changes and require explanation of each changed file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where Codex should help immediately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These are low-risk and high-payoff for the repository.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566928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Clean README, BUILD.md, release notes, and comments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Improve .gitignore for Qt Creator and Windows artifacts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Find accidental binaries or user settings in Git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Create deployment scripts for MinGW/MSVC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Summarize code structure and dependencies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Write small helper functions or refactor duplicate UI code after review</a:t>
            </a:r>
            <a:endParaRPr lang="en-US" sz="1700" dirty="0"/>
          </a:p>
        </p:txBody>
      </p:sp>
      <p:pic>
        <p:nvPicPr>
          <p:cNvPr id="6" name="Image 0" descr="/mnt/data/a_clean_high_resolution_infographic_ui_concept_batch_3.png">    </p:cNvPr>
          <p:cNvPicPr>
            <a:picLocks noChangeAspect="1"/>
          </p:cNvPicPr>
          <p:nvPr/>
        </p:nvPicPr>
        <p:blipFill>
          <a:blip r:embed="rId1"/>
          <a:srcRect l="6882" r="6882" t="0" b="0"/>
          <a:stretch/>
        </p:blipFill>
        <p:spPr>
          <a:xfrm>
            <a:off x="6858000" y="1417320"/>
            <a:ext cx="434340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480060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2592" y="494690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Good prompt phrase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22592" y="5276088"/>
            <a:ext cx="401421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“Make the smallest safe change that solves this, and show the diff.”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to avoid at the beginning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Codex is powerful, but “large smart rewrite” is where trouble starts.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7607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Do not ask it to redesign the isomer/gamma database model yet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Do not ask it to integrate deeply into LISE++ without a written design first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Do not accept large automatic rewrites of working Qt widgets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Do not let it change file formats, paths, or physics assumptions silently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Do not merge changes that were not compiled and tested locally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03720" y="146304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68312" y="160934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My recommended boundary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68312" y="1938528"/>
            <a:ext cx="40142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ChatGPT for design discussion; Codex for implementation of a narrow approved change.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306324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320954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If Codex proposes too much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3538728"/>
            <a:ext cx="40142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Say: “Stop. Split this into three smaller PRs and start with documentation only.”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checklist before accepting a Codex diff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Fast is good. Fast plus review is better.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57784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Does git diff show only the files you asked to change?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Did Codex remove local/user files rather than add more?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Did it preserve comments, paths, encodings, and Qt project settings?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Does the application build in the intended Qt kit?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Did windeployqt still package the executable correctly?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Can you explain every change in one sentence?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526280" cy="251460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2008" y="1719072"/>
            <a:ext cx="4123944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command set: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--stat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check-ignore -v IsomerAPI.pro.user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build in Qt Creator.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720840" y="4434840"/>
            <a:ext cx="452628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5432" y="458114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Merge criterion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85432" y="4910328"/>
            <a:ext cx="4197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code builds, the diff is small, and the purpose is clear.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cards for the plane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Copy these later when you are back online.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394960" cy="132588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99262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only: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 me how this Qt/C++ project is organized. Do not modify files. Identify likely build scripts, generated files, and risky tracked artifacts.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044952"/>
            <a:ext cx="49926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cleanup: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branch and update documentation only. Do not touch source-code logic. Show the diff before committing.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166360" cy="132588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90472"/>
            <a:ext cx="476402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error: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is the exact Qt Creator build error. Explain the likely cause and propose the smallest change. Do not edit until I approve.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2880360"/>
            <a:ext cx="5166360" cy="1143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44952"/>
            <a:ext cx="47640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diff for accidental behavior changes, Windows path problems, Qt resource issues, and files that should not be committed.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508760" y="4892040"/>
            <a:ext cx="923544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3352" y="5038344"/>
            <a:ext cx="8906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Style that 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73352" y="5367528"/>
            <a:ext cx="8906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Clear scope + “do not modify X” + “show diff” + “smallest safe change.”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first week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Use Codex repeatedly, but keep each pass boring and reversible.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576072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Day 1: inspect repo, clean README, remove .pro.user, add BUILD.md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Day 2: add AGENTS.md and verify MinGW/MSVC deployment scripts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Day 3: ask Codex to summarize major classes and dependencies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Day 4: pick one small UI or build warning cleanup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Day 5: review whether Codex is reliable enough for larger tasks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03720" y="146304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68312" y="160934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For IsomerAPI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68312" y="1938528"/>
            <a:ext cx="40142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Start with housekeeping. Then use Codex for targeted implementation after we define the design here.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292608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307238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For LISE++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3401568"/>
            <a:ext cx="40142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Write the interface contract first. Then ask Codex to implement only that contract.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offline note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This deck is a compact plane-reading version of the official OpenAI Codex docs.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9552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Codex overview: openai.com/codex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Codex app docs: developers.openai.com/codex/app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Windows app docs: developers.openai.com/codex/app/windows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Quickstart: developers.openai.com/codex/quickstart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CLI docs: developers.openai.com/codex/cli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AGENTS.md: developers.openai.com/codex/guides/agents-md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Best practices: developers.openai.com/codex/learn/best-practices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9204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5038344"/>
            <a:ext cx="9546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Plane reading tip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5367528"/>
            <a:ext cx="95463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 the PDF for reading. Use the PPTX later if you want to edit the deck for students or collaborators.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Codex intro for IsomerAPI  | 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Introduction for IsomerAPI</dc:title>
  <dc:subject>Codex introduction for IsomerAPI / Qt C++ workflow</dc:subject>
  <dc:creator>OpenAI ChatGPT</dc:creator>
  <cp:lastModifiedBy>OpenAI ChatGPT</cp:lastModifiedBy>
  <cp:revision>1</cp:revision>
  <dcterms:created xsi:type="dcterms:W3CDTF">2026-05-31T03:20:18Z</dcterms:created>
  <dcterms:modified xsi:type="dcterms:W3CDTF">2026-05-31T03:20:18Z</dcterms:modified>
</cp:coreProperties>
</file>